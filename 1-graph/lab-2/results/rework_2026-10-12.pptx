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Переводы RU–EN, пар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Sheet1!$A$2:$A$8</c:f>
              <c:strCache>
                <c:ptCount val="7"/>
                <c:pt idx="0">
                  <c:v>0,95</c:v>
                </c:pt>
                <c:pt idx="1">
                  <c:v>0,92</c:v>
                </c:pt>
                <c:pt idx="2">
                  <c:v>0,90</c:v>
                </c:pt>
                <c:pt idx="3">
                  <c:v>0,88</c:v>
                </c:pt>
                <c:pt idx="4">
                  <c:v>0,85</c:v>
                </c:pt>
                <c:pt idx="5">
                  <c:v>0,82</c:v>
                </c:pt>
                <c:pt idx="6">
                  <c:v>0,80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8</c:v>
                </c:pt>
                <c:pt idx="6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0,95</c:v>
                </c:pt>
                <c:pt idx="1">
                  <c:v>0,92</c:v>
                </c:pt>
                <c:pt idx="2">
                  <c:v>0,90</c:v>
                </c:pt>
                <c:pt idx="3">
                  <c:v>0,88</c:v>
                </c:pt>
                <c:pt idx="4">
                  <c:v>0,85</c:v>
                </c:pt>
                <c:pt idx="5">
                  <c:v>0,82</c:v>
                </c:pt>
                <c:pt idx="6">
                  <c:v>0,80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7</c:v>
                </c:pt>
                <c:pt idx="6">
                  <c:v>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Один язык, пар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Sheet1!$A$2:$A$8</c:f>
              <c:strCache>
                <c:ptCount val="7"/>
                <c:pt idx="0">
                  <c:v>0,95</c:v>
                </c:pt>
                <c:pt idx="1">
                  <c:v>0,92</c:v>
                </c:pt>
                <c:pt idx="2">
                  <c:v>0,90</c:v>
                </c:pt>
                <c:pt idx="3">
                  <c:v>0,88</c:v>
                </c:pt>
                <c:pt idx="4">
                  <c:v>0,85</c:v>
                </c:pt>
                <c:pt idx="5">
                  <c:v>0,82</c:v>
                </c:pt>
                <c:pt idx="6">
                  <c:v>0,80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6</c:v>
                </c:pt>
                <c:pt idx="2">
                  <c:v>8</c:v>
                </c:pt>
                <c:pt idx="3">
                  <c:v>12</c:v>
                </c:pt>
                <c:pt idx="4">
                  <c:v>27</c:v>
                </c:pt>
                <c:pt idx="5">
                  <c:v>58</c:v>
                </c:pt>
                <c:pt idx="6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0,95</c:v>
                </c:pt>
                <c:pt idx="1">
                  <c:v>0,92</c:v>
                </c:pt>
                <c:pt idx="2">
                  <c:v>0,90</c:v>
                </c:pt>
                <c:pt idx="3">
                  <c:v>0,88</c:v>
                </c:pt>
                <c:pt idx="4">
                  <c:v>0,85</c:v>
                </c:pt>
                <c:pt idx="5">
                  <c:v>0,82</c:v>
                </c:pt>
                <c:pt idx="6">
                  <c:v>0,80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11</c:v>
                </c:pt>
                <c:pt idx="2">
                  <c:v>20</c:v>
                </c:pt>
                <c:pt idx="3">
                  <c:v>40</c:v>
                </c:pt>
                <c:pt idx="4">
                  <c:v>73</c:v>
                </c:pt>
                <c:pt idx="5">
                  <c:v>139</c:v>
                </c:pt>
                <c:pt idx="6">
                  <c:v>195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Первое: шум вырос на 2 п. п. Проверили разметку формул регулярными выражениями — она пропускала обозначения с кириллическим или словесным греческим индексом и ловила химические элементы. Исправили и вынесли вершины-формулы в отдельный подграф: 8 в грязном и 23 в чистом графе. Без них шум 3,5% → 2,5%, то есть рост давали именно формулы. Второе: понизили порог косинуса. Дубликаты-переводы при 0,85 действительно падают — 5 → 2, — но общее число пар растёт: ниже 0,9 косинус ловит не дубликаты, а родственные понятия, и в чистом графе их больше. Поэтому корреференцию считаем по видам с разными порогами. Третье: циклов больше ровно пропорционально размеру графа — 22,8 и 22,9 на 100 вершин; новые циклы проходят через вершины обеих книг: 29 → 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дубликаты-переводы: пары «русское название — английское» по порогу косинуса. В чистом графе их меньше при любом пороге до 0,85; ниже начинаются ложные пары вроде «ТЕМПЕРАТУРА = HEATING TEMPERATURE». Справа — пары на одном языке: с понижением порога их число растёт в обоих графах, но в чистом быстрее. Примеры при 0,85–0,88: RECRYSTALLIZATION = STATIC RECRYSTALLIZATION, CONTROLLED ROLLING = LOW-TEMPERATURE CONTROLLED ROLLING — это общее и частное понятие, а не дубликат. Нормализация сделала названия вершин английскими и подробными, поэтому таких близких пар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Работа над ошибками: три замечания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749039"/>
                <a:gridCol w="2926080"/>
                <a:gridCol w="2194560"/>
              </a:tblGrid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Замечание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Что сделали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Результат: грязный → 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Вывод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1. Шум вырос на 2 п. п. — проверить разметку LaTeX-формул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Разметка исправлена: пропускала Т_0, Г_Θ, SIGMA_D, DELTA_P, ловила элементы NB, TI. Формулы — в отдельный подграф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формул 8 и 23; шум было 5,2% → 7,5%, стало 3,5% → 2,5%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Гипотеза подтвердилась: рост шума давали формулы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2. Понизить cos — корреференция должна упасть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Перебор порога cos 0,95…0,80; корреференция разделена на три вида: формы слова, один язык, переводы RU–EN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переводы (cos ≥ 0,85) 5 → 2; один язык (≥ 0,92) 6 → 11; формы слова 14 → 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Частично: переводы упали; ниже 0,9 cos ловит родственные понятия, а не дубликаты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3. Почему выросли независимые циклы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Профиль циклов: на 100 вершин, длины, через хаб, через вершины обеих книг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74 → 97; на 100 вершин 22,8 → 22,9; через обе книги 29 → 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Рост пропорционален размеру графа; новые циклы сшивают книги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Остальные критерии пересчитаны и не изменились; ответы судьи взяты из прошлого прогона.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 /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Корреференция по порогу cos и что внутри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55778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72200" y="1188720"/>
          <a:ext cx="5577840" cy="4023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F5E5A"/>
                </a:solidFill>
                <a:latin typeface="Calibri"/>
              </a:rPr>
              <a:t>Переводы при 0,85: ДЕФОРМАЦИЯ = DEFORMATION; НОРМАЛИЗАЦИЯ = NORMALIZATION; НОРМАЛИЗАЦИЯ = NORMALIZING; КАРБОН = CARBON; ТЕМПЕРАТУРА = TEMPERATURE</a:t>
            </a:r>
            <a:r>
              <a:rPr sz="12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F5E5A"/>
                </a:solidFill>
                <a:latin typeface="Calibri"/>
              </a:rPr>
              <a:t>Подграф формул чистого графа крепится к YIELD STRESS (9), TRANSITION TEMPERATURE (4)</a:t>
            </a:r>
            <a:r>
              <a:rPr sz="12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