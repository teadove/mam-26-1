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качество этапов меряется на эталоне,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которые автор выверил вручную по PDF, а затем проверила команда.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9,8% до 0,3%,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появилось 23 общих терминов. Термины лемматизируются: существительные и пары «прилагательное + существительное» подряд. Цена — русский текст становится неграмматичным («со скорость»): для графа это нужно, чтобы формы слова склеились в одну вершину, но читать такой текст хуже. На эталоне все 9 величин и 25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Внутри предложения осталось 1 из 34 границ — длинный раздел без удобного места. Чанки мельче, поэтому GraphRAG их не перерезает; они сохранены для RAG. Обратная сторона: из мелких чанков модель извлекает больше вершин на токен — это видно дальше на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упал с 1,39% до 1,00% за счёт склеенных переносов; считаем по исходным словам, вставленные английские термины в знаменатель не входят. Остаток — редкие термины, которых нет в частотном словаре. Словарь TF-IDF уменьшился с 2416 до 2155: ушли обрывки слов и формы одного термина — это хорошо. Разреженность почти не изменилась, потому что окна одинаковые, по 300 слов. Сходство русских чанков с английскими выросло — частично за счёт вставленных английских терминов. Поиск по 26 вопросам на обоих языках разложен на вклад разбиения и вклад предобработки: MRR 0,59 → 0,77.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в его крупнейшей компоненте 7 из 87 русских вершин, общих вершин у книг 5. Справа чистый: в крупнейшей компоненте 21 из 89 русских вершин, общих вершин 15 — CONTROLLED ROLLING, AUSTENITE, NIOBIUM. Улучшение заметное, но частичное: большая часть русских вершин всё ещё вне крупнейшей компоненты, а прямых рёбер между языками нет ни в одном графе — книги связываются только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восемь критериев задания посчитаны по графу, последней строкой — обходы. Семь критериев — алгоритмом, без LLM; непротиворечивость — гибрид: контекст собирает обход BFS-2, оценивает gpt-4.1. Лучше стали полнота, связность, покрытие и обходы: предобработка приблизила русскую книгу к английской. Хуже — корреференции (модель называет одно понятие в ед. и мн. числе) и шум: в чистом графе появились вершины-переменные формул, потому что формулы приходят в модель целиком. Формулы не сохраняет ни один граф — это ограничение GraphRAG. Рост покрытия отчасти по построению: 33 из 40 понятий — термины глоссария, которые нормализация вставляет в чистый текст. Часть роста вершин — эффект более мелких чанков: 17,0 вершины на 1000 токенов против 10,2.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424 вместо 324, но на 1000 токенов входа — 17,0 против 10,2: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и изолированных вершин больше, потому что больше вершин. Мостов и точек сочленения много в обоих графах: больше половины вершин — листья (164 и 215), граф GraphRAG — «звёзды» вокруг хабов. Максимальная степень 48 → 78: хаб CONTROLLED ROLLING собрал связи обеих книг. Распределение по типам похожее; персон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Ищем пути между 10 парами понятий из разных частей предметной области. В грязном графе для 4 пар одного из понятий нет совсем — это недостаток покрытия; из 6 оставшихся связаны 5. В чистом найдены все понятия, связаны 9 пар из 10. От ключевых понятий BFS на 2 шага достаёт вершины русской книги: 8% достигнутых вершин в грязном графе и 20% в чистом. Покрытие 40 понятий выросло с 80,0% до 92,5% по названиям и с 57,5% до 65,0% по векторам названий вершин. Рост отчасти по построению: новые понятия чистого графа — термины глоссария, которые нормализация вставила в текст; а pearlite, который был в грязном графе, в чистом потерян.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Слова, которых нет ни в тексте, ни в словаре, — опечатки самой модели-экстрактора: их 7 в грязном графе и 9 в чистом, предобработка на них не влияет. Числа в грязном графе — индексы текстуры вроде {554}: модель сделала из них вершины. Шум в чистом графе выше из-за переменных формул: 23 из 32,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30,8% против 41,7%: разница 11 п. п. при стандартной ошибке около 6 п. п. — на границе погрешности.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приблизила русскую книгу к английской — выросли покрытие предметной области, полнота и число связанных пар понятий. Этапы предобработки хороши на эталоне. Не решено: дубликаты в ед. и мн. числе и вершины-переменные из формул; формулы GraphRAG не сохраняет; большая часть русских вершин по-прежнему вне крупнейшей компоненты.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по PDF и проверенные командой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15,1%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3,1%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—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13/13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блоков, лишних 0; F1 100%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 (леммы терминов — ценой грамматики)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9/9, термины 25/25;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ближе к английской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 крупнейшей компоненте 7 из 87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 крупнейшей компоненте 21 из 89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57,8%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65,6%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41,7%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на границе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вершин-дубликатов по леммам и cos ≥ 0,92; местоимений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14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21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переменные 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3; таблиц целы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и леммам / по векторам названий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80,0%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лучше, отчасти по построению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больше,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 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вершины русской книги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 из 6;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 из 10;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5/6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связаны путём (из пар, где оба понятия найдены)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80,0%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русской книги в BFS-2 от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названий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слова не из текста и словаря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Таблица: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Не из текста, грязный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N_{S} = N_S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ПРОКАТ = ПРОКАТЫ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41,7%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51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9,8% → 0,3%, удалено 13 из 13 нужных блоков и ни одного лишнего.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9/9 и 25/25.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покрытие ПрО 80,0% → 92,5% (отчасти по построению — понятия из глоссария), полнота 58% → 66%, связаны 5 из 6 → 9 из 10 пар понятий.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Русская книга ближе: русских вершин в крупнейшей компоненте 7 из 87 → 21 из 89; связь частичная.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вершины-переменные формул — нужна склейка вершин после извлечения.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