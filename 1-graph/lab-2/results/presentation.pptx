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1158.9</c:v>
                </c:pt>
                <c:pt idx="1">
                  <c:v>1069.6</c:v>
                </c:pt>
                <c:pt idx="2">
                  <c:v>1136.5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651.6</c:v>
                </c:pt>
                <c:pt idx="1">
                  <c:v>855.9</c:v>
                </c:pt>
                <c:pt idx="2">
                  <c:v>691.3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56</c:v>
                </c:pt>
                <c:pt idx="2">
                  <c:v>25</c:v>
                </c:pt>
                <c:pt idx="3">
                  <c:v>24</c:v>
                </c:pt>
                <c:pt idx="4">
                  <c:v>31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</c:v>
                </c:pt>
                <c:pt idx="1">
                  <c:v>77</c:v>
                </c:pt>
                <c:pt idx="2">
                  <c:v>40</c:v>
                </c:pt>
                <c:pt idx="3">
                  <c:v>39</c:v>
                </c:pt>
                <c:pt idx="4">
                  <c:v>43</c:v>
                </c:pt>
                <c:pt idx="5">
                  <c:v>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предобработки. Это вторая версия: этапы переставлены, качество этапов меряется на эталоне, все критерии считаются обходами графа.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строит GraphRAG с одинаковыми настройками: gpt-4o-mini, bge-m3, те же промпты и типы сущностей. Грязный граф — из markdown MinerU, из которого убран только список литературы, иначе сравнение нечестное. Чистый — после пяти этапов. Очистка и нормализация работают с книгой целиком, chunking режет уже чистый текст. Качество этапов меряем на четырёх страницах, которые автор выверил вручную по PDF, а затем проверила команда. Критерии сравнения графов считаем обходами графа; LLM — только для непротиворечивости.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 и шапку с авторами, склеиваем абзацы, разорванные страницей, и переносы. Качество — на эталонных страницах: CER упал с 9,8% до 0,3%, удалено 13 из 13 блоков, которые должны были уйти, и ни одного лишнего. Это хорошо: остаток CER — OCR-ошибки в индексах таблицы, которые очистка не исправляет. Числа, формулы и ячейки таблиц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величины к одному виду, расшифровываем аббревиатуры и ставим перед русским термином канонический английский — заново каждые 3000 символов, поэтому пометка не зависит от будущего разбиения. Английский в скобках после русского модель игнорирует, а английский первым — нет: так у двух книг появилось 23 общих терминов. Термины лемматизируются: существительные и пары «прилагательное + существительное» подряд. Цена — русский текст становится неграмматичным («со скорость»): для графа это нужно, чтобы формы слова склеились в одну вершину, но читать такой текст хуже. На эталоне все 9 величин и 25 терминов приведены верно — хорошо, но выборка маленькая.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токенов: каждая граница рвёт предложение, таблица разрезана. Структурный разбивщик идёт по разделам и абзацам чистого текста, не режет формулы и таблицы и ставит границу на конце предложения. Внутри предложения осталось 1 из 34 границ — длинный раздел без удобного места. Чанки мельче, поэтому GraphRAG их не перерезает; они сохранены для RAG. Обратная сторона: из мелких чанков модель извлекает больше вершин на токен — это видно дальше на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упал с 1,39% до 1,00% за счёт склеенных переносов; считаем по исходным словам, вставленные английские термины в знаменатель не входят. Остаток — редкие термины, которых нет в частотном словаре. Словарь TF-IDF уменьшился с 2416 до 2155: ушли обрывки слов и формы одного термина — это хорошо. Разреженность почти не изменилась, потому что окна одинаковые, по 300 слов. Сходство русских чанков с английскими выросло — частично за счёт вставленных английских терминов. Поиск по 26 вопросам на обоих языках разложен на вклад разбиения и вклад предобработки: MRR 0,59 → 0,77.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в его крупнейшей компоненте 7 из 87 русских вершин, общих вершин у книг 5. Справа чистый: в крупнейшей компоненте 21 из 89 русских вершин, общих вершин 15 — CONTROLLED ROLLING, AUSTENITE, NIOBIUM. Улучшение заметное, но частичное: большая часть русских вершин всё ещё вне крупнейшей компоненты, а прямых рёбер между языками нет ни в одном графе — книги связываются только через общие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восемь критериев задания посчитаны по графу, последней строкой — обходы. Семь критериев — алгоритмом, без LLM; непротиворечивость — гибрид: контекст собирает обход BFS-2, оценивает gpt-4.1. Лучше стали полнота, связность, покрытие и обходы: предобработка приблизила русскую книгу к английской. Хуже — корреференции (модель называет одно понятие в ед. и мн. числе) и шум: в чистом графе появились вершины-переменные формул, потому что формулы приходят в модель целиком. Формулы не сохраняет ни один граф — это ограничение GraphRAG. Рост покрытия отчасти по построению: 33 из 40 понятий — термины глоссария, которые нормализация вставляет в чистый текст. Часть роста вершин — эффект более мелких чанков: 17,0 вершины на 1000 токенов против 10,2.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424 вместо 324, но на 1000 токенов входа — 17,0 против 10,2: чистый текст пришёл мелкими чанками, и модель извлекает из них больше. Крупнейшая компонента выросла с 55% до 66% вершин, независимых циклов больше — появились альтернативные связи. Компонент и изолированных вершин больше, потому что больше вершин. Мостов и точек сочленения много в обоих графах: больше половины вершин — листья (164 и 215), граф GraphRAG — «звёзды» вокруг хабов. Максимальная степень 48 → 78: хаб CONTROLLED ROLLING собрал связи обеих книг. Распределение по типам похожее; персон больше — мелкие чанки чаще выносят цитируемых авторов в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Ищем пути между 10 парами понятий из разных частей предметной области. В грязном графе для 4 пар одного из понятий нет совсем — это недостаток покрытия; из 6 оставшихся связаны 5. В чистом найдены все понятия, связаны 9 пар из 10. От ключевых понятий BFS на 2 шага достаёт вершины русской книги: 8% достигнутых вершин в грязном графе и 20% в чистом. Покрытие 40 понятий выросло с 80,0% до 92,5% по названиям и с 57,5% до 65,0% по векторам названий вершин. Рост отчасти по построению: новые понятия чистого графа — термины глоссария, которые нормализация вставила в текст; а pearlite, который был в грязном графе, в чистом потерян. Шум в окрестностях понятий низкий в обоих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Шум — пять регулярных правил и проверка по словарю по всем вершинам. Слова, которых нет ни в тексте, ни в словаре, — опечатки самой модели-экстрактора: их 7 в грязном графе и 9 в чистом, предобработка на них не влияет. Числа в грязном графе — индексы текстуры вроде {554}: модель сделала из них вершины. Шум в чистом графе выше из-за переменных формул: 23 из 32, потому что формулы приходят в модель целиком. Корреференции: дубликаты по леммам и эмбеддингам названий; вершин-местоимений GraphRAG не создаёт ни в одном графе. Дубликатов в чистом больше — модель пишет одно понятие в ед. и мн. числе. Формулы: обозначения формулы ищем в вершине и в окне обхода 2 × 3 — ни одна формула не собирается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120 вершин каждого графа собираем окно BFS-2: соседей, их описания и связи, плюс фрагмент текста, где название вершины встречается чаще всего. gpt-4.1 отвечает: определён ли термин полностью и сколько утверждений противоречат тексту. Готовых метрик судья не видит. В чистом графе вершин с противоречиями 30,8% против 41,7%: разница 11 п. п. при стандартной ошибке около 6 п. п. — на границе погрешности. Типичная ошибка в обоих графах — модель-экстрактор обобщает частное утверждение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приблизила русскую книгу к английской — выросли покрытие предметной области, полнота и число связанных пар понятий. Этапы предобработки хороши на эталоне. Не решено: дубликаты в ед. и мн. числе и вершины-переменные из формул; формулы GraphRAG не сохраняет; большая часть русских вершин по-прежнему вне крупнейшей компоненты. Ограничения: ручной глоссарий, один прогон GraphRAG, судья — одна модель, эталон — 4 страницы.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− литература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8848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6592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Очистка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Нормализация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Chunking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Токенизация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Векторизация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Одинаковые модели, промпты и типы сущностей; оба учебника → один граф.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Эталон: 4 страницы (по 2 из книги), выверенные по PDF и проверенные командой — CER/WER, точность и полнота удалений, точность приведения величин и терминов.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Графы: грязный 324 вершин / 336 рёбер, чистый 424 / 437; у каждой вершины вектор bge-m3.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Очистка: на эталоне ошибок почти не осталось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9,8%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CER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15,1%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3,1%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WER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—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13/13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удалено нужных блоков, лишних 0; F1 100%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194560"/>
                <a:gridCol w="28346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после очистки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шумовых символов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Служебные метки / разорванные абзацы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376 / 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Переносы в словах / PII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93 /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Сохранено чисел / формул / ячеек таблиц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100% / 100% /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Нормализация: величины, термины, леммы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величин в едином виде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544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путем рекристаллизации… ускоренное охлаждение после деформации со скоростями 10–30&lt;sup&gt;0&lt;/sup&gt;С/сек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 (леммы терминов — ценой грамматики)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grain refinement (измельчения зерно) аустенит путем рекристаллизация… ускоренное охлаждение после deformation (деформация) со скорость 10–30 °C/с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Эталон: величины 9/9, термины 25/25; лемматизировано 6,8% слов (полная лемматизация — 24%)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periodic(r"\bконтролируем\w* прокатк\w*", lambda m: f"controlled rolling ({m[0]})", every=3000)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Chunking: по структуре уже чистого текста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4983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28 → 36; максимум 1053 токенов.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parse_blocks(clean_book)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Токенизация, векторизация и поиск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59436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OOV-rate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Обрывки формул ($ без пары)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2416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0,936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0,666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417320"/>
          <a:ext cx="52120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MRR, 26 вопросов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окна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структура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грязный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чистый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26974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Hit@1: 35% → 65%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Другой язык (12 вопросов): 0,52 → 0,72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Вопросы одногруппника (10): 0,54 → 0,70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43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words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cos(bge_m3(question), bge_m3(chunk)) → rank → Hit@k, MRR = mean(1 / rank первого верного), NDCG@10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ближе к английской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в крупнейшей компоненте 7 из 87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в крупнейшей компоненте 21 из 89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8 критериев задания и обходы: грязный → чистый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09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206240"/>
                <a:gridCol w="1234440"/>
                <a:gridCol w="12344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Как считаем по графу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180 терминов текста среди вершин: леммы или cos bge-m3 ≥ 0,8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57,8%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65,6%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Непротиворечивость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вершина + окно BFS-2 + фрагмент текста → gpt-4.1, 120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41,7%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лучше, на границе погрешности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вершин-дубликатов по леммам и cos ≥ 0,92; местоимений BFS-3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14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21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ед./мн. число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Шум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5 регулярных правил + словарь по всем вершинам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переменные формул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доля обозначений формулы в лучшем окне 2 × 3; таблиц целы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2,8%;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11,2%;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формулы рвутся в обоих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Показатели графа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крупнейшая компонента; циклы E − V +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55%; 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66%; 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связнее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40 понятий: по названиям и леммам / по векторам названий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80,0% / 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92,5% / 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лучше, отчасти по построению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и рёбра по типам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рёбра; типов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324 / 336;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424 / 437;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больше, часть — мелкие чанки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+ обходы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пары понятий, связанные путём; вершины русской книги в BFS-2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 из 6;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 из 10;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 и типы вершин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324 / 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424 / 437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 на 1000 токенов входа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/ изолированные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62 / 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84 / 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174 / 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229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2,07 / 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2,06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Пар типов у рёбер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и покрытие предметной области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5/6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связаны путём (из пар, где оба понятия найдены)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80,0%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из 40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русской книги в BFS-2 от ключевых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ключевых понятий, в среднем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14 / 57 / 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 / 90 / 183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Ключевых понятий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вершин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 по векторам названий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Новый путь в чистом графе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PRECIPITATION  →  RECRYSTALLIZATION KINETICS  →  NON-RECRYSTALLIZATION REGION  →  DEFORMATION IN NON-RECRYSTALLIZATION REGION  →  RECRYSTALLIZATION  →  GRAIN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Шум, корреференции, формулы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 (5,2%)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32 (7,5%)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переменные формул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слова не из текста и словаря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числа и единицы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 в группах дубликатов по леммам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Пар-дубликатов по эмбеддингам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Вершин-местоимений (BFS-3)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Формулы: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Таблица: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0" y="1280160"/>
            <a:ext cx="3063240" cy="48463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23960" y="1417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6834"/>
                </a:solidFill>
                <a:latin typeface="Calibri"/>
              </a:rPr>
              <a:t>Не из текста, грязный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3960" y="17830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UNDERCOOLING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UNIALAXIAL YIELD STRESS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ПЛАТОФОРМА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ПРОСОЧИВАНИЕ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ТЕПЕРАТУРНЫЕ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3429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Шум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794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BIMITE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DOUGLAS^2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GHGR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4892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Дубликаты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2578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NB(C,N) = NB(C, N)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N_{S} = N_S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ПРОКАТ = ПРОКАТЫ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Непротиворечивость: контекст из графа → судья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41,7%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30,8%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с противоречиями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4,2%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определены полностью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51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противоречий всего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context = vertex + window(graph, vertex, depth=2, breadth=3) + relations + source_fragment(vertex)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gpt-4.1 → {"definition": "full|partial|none", "contradictions": n}     противоречие ≠ «во фрагменте не сказано»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16459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80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Примеры ответов судьи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грязный, NIOBIUM STEEL: вершина говорит, что Nb-сталь измельчает зерно динамической рекристаллизацией, а текст — что в Nb-стали она почти невозможна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чистый, V: вершина преувеличивает влияние ванадия на рекристаллизацию; связь V с дисперсионным упрочнением передана верно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на эталоне: CER 9,8% → 0,3%, удалено 13 из 13 нужных блоков и ни одного лишнего.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«английский канон первым» дала 23 общих термина двух книг; эталон 9/9 и 25/25.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после очистки: 3% границ режут предложение вместо 100%, формулы и таблицы целы; MRR 0,59 → 0,77.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Граф: покрытие ПрО 80,0% → 92,5% (отчасти по построению — понятия из глоссария), полнота 58% → 66%, связаны 5 из 6 → 9 из 10 пар понятий.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Русская книга ближе: русских вершин в крупнейшей компоненте 7 из 87 → 21 из 89; связь частичная.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Хуже: дубликаты ед./мн. числа и вершины-переменные формул — нужна склейка вершин после извлечения.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Формулы и таблица не сохраняются ни в одном графе: это ограничение GraphRAG, а не предобработки.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