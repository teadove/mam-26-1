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1158.9</c:v>
                </c:pt>
                <c:pt idx="1">
                  <c:v>1069.6</c:v>
                </c:pt>
                <c:pt idx="2">
                  <c:v>1136.5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651.6</c:v>
                </c:pt>
                <c:pt idx="1">
                  <c:v>855.9</c:v>
                </c:pt>
                <c:pt idx="2">
                  <c:v>691.3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56</c:v>
                </c:pt>
                <c:pt idx="2">
                  <c:v>25</c:v>
                </c:pt>
                <c:pt idx="3">
                  <c:v>24</c:v>
                </c:pt>
                <c:pt idx="4">
                  <c:v>31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</c:v>
                </c:pt>
                <c:pt idx="1">
                  <c:v>77</c:v>
                </c:pt>
                <c:pt idx="2">
                  <c:v>40</c:v>
                </c:pt>
                <c:pt idx="3">
                  <c:v>39</c:v>
                </c:pt>
                <c:pt idx="4">
                  <c:v>43</c:v>
                </c:pt>
                <c:pt idx="5">
                  <c:v>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предобработки. Это вторая версия: этапы переставлены, все критерии считаются обходами графа.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строит GraphRAG с одинаковыми настройками: gpt-4o-mini, bge-m3, те же промпты и типы сущностей. Грязный граф — из markdown MinerU, из которого убран только список литературы, иначе сравнение нечестное. Чистый — после пяти этапов. Очистка и нормализация работают с книгой целиком, chunking режет уже чистый текст. Качество этапов меряем на четырёх страницах, выверенных вручную по PDF. Критерии сравнения графов считаем обходами графа; LLM — только для непротиворечивости.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 и шапку с авторами, склеиваем абзацы, разорванные страницей, и переносы. Качество — на эталонных страницах: CER упал с 9,7% до 0,2%, удалено 13 из 13 блоков, которые должны были уйти, и ни одного лишнего. Это хорошо: остаток CER — OCR-ошибки в индексах таблицы, которые очистка не исправляет. Числа, формулы и ячейки таблиц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величины к одному виду, расшифровываем аббревиатуры и ставим перед русским термином канонический английский — заново каждые 3000 символов, поэтому пометка не зависит от будущего разбиения. Английский в скобках после русского модель игнорирует, а английский первым — нет: так у двух книг появились 23 общих термина. Термины лемматизируются: существительные и пары «прилагательное + существительное» подряд. На эталоне все 7 величин и 10 терминов приведены верно — хорошо, но выборка маленькая.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токенов: каждая граница рвёт предложение, таблица разрезана. Структурный разбивщик идёт по разделам и абзацам чистого текста, не режет формулы и таблицы и ставит границу на конце предложения. Осталась одна граница из 34 внутри предложения — длинный раздел без удобного места. Чанки мельче, поэтому GraphRAG их не перерезает; они сохранены для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считаем по исходным словам: вставленные глоссарием английские термины в знаменатель не входят. OOV упал за счёт склеенных переносов; остаток — редкие термины, которых нет в частотном словаре. Поиск по 26 вопросам на обоих языках разложен на вклад разбиения и вклад предобработки: каждый даёт около +0,1 MRR, вместе +0,18. На 10 вопросах одногруппника, написанных независимо, MRR 0,54 → 0,70.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русский текст — отдельный остров, общих вершин у книг почти нет. Справа чистый: русские сущности висят на общих вершинах CONTROLLED ROLLING, AUSTENITE, NIOBIUM; такие вершины извлечены из обеих книг. Прямых рёбер между языками нет в обоих графах — книги связываются через общие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девять критериев посчитаны по графу. Восемь — алгоритмом, без LLM; непротиворечивость — гибрид: контекст собирает обход BFS-2, оценивает gpt-4.1. Лучше стали полнота, связность, покрытие и обходы — предобработка склеила две книги. Хуже — корреференции (модель называет одно и то же по-разному) и шум: OCR-мусор ушёл, но целые формулы превратились в вершины-обозначения. Формулы не сохраняет ни один граф — это ограничение GraphRAG. Часть роста вершин — эффект более мелких чанков: 17 вершин на 1000 токенов против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и рёбер стало больше на треть, но на 1000 токенов входа — в 1,7 раза больше: чистый текст пришёл мелкими чанками, и модель извлекает из них больше. Крупнейшая компонента выросла с 55% до 66% вершин, независимых циклов больше — появились альтернативные связи. Компонент больше потому, что больше вершин, в том числе изолированных. Распределение по типам похожее; персон вдвое больше — мелкие чанки чаще выносят цитируемых авторов в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Стартуем BFS из ключевых понятий и ищем пути между 10 парами понятий из разных частей предметной области. В грязном графе связаны 3 пары из 10, в чистом — 8. BFS на 2 шага в чистом графе на 84% состоит из вершин другого языка: обход переходит из одной книги в другую. Покрытие 40 понятий выросло с 77,5% до 92,5% по названиям и с 57,5% до 65% по векторам вершин. Шум в окрестностях понятий низкий в обоих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Шум — пять регулярных правил и проверка по словарю по всем вершинам. В грязном графе шум — опечатки OCR и номера страниц. В чистом его доля выше, но это другой шум: 23 из 32 — переменные формул вроде σ_LH, потому что формулы приходят в модель целиком. Корреференции: дубликаты по леммам и эмбеддингам названий; вершин-местоимений GraphRAG не создаёт ни в одном графе. Дубликатов в чистом больше — модель пишет одно понятие в ед. и мн. числе. Формулы: обозначения формулы ищем в вершине и в окне обхода 2 × 3 — ни одна формула не собирается целиком ни в одном графе.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120 вершин каждого графа собираем окно BFS-2: соседей, их описания и связи, плюс фрагмент текста, где название вершины встречается чаще всего. gpt-4.1 отвечает: определён ли термин полностью и сколько утверждений противоречат тексту. Готовых метрик судья не видит. В чистом графе вершин с противоречиями меньше, но разница в пределах погрешности: при 120 вершинах стандартная ошибка около 6 п. п. Типичная ошибка в обоих графах — модель-экстрактор обобщает частное утверждение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сделала из двух изолированных частей один граф — обход переходит из английской книги в русскую, покрытие предметной области и связанность пар понятий выросли. Этапы предобработки хороши на эталоне. Не решено: дубликаты в ед. и мн. числе и вершины-обозначения из формул; формулы GraphRAG не сохраняет. Ограничения: ручной глоссарий, один прогон GraphRAG, судья — одна модель, эталон — 4 страницы.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− литература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8848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6592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 модели, промпты и типы сущностей; оба учебника → один граф.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Эталон: 4 страницы (по 2 из книги), выверенные по PDF, — CER/WER, точность и полнота удалений, точность приведения величин и терминов.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Графы: грязный 324 вершин / 336 рёбер, чистый 424 / 437; у каждой вершины вектор bge-m3.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Очистка: на эталоне ошибок почти не осталось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9,7%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CER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14,4%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2,0%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WER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13/13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удалено нужных блоков → F1 удалений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194560"/>
                <a:gridCol w="28346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после очистки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шумовых символов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Служебные метки / разорванные абзацы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376 / 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Переносы в словах / PII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93 /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Сохранено чисел / формул / ячеек таблиц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100% / 100% /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Нормализация: величины, термины, леммы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величин в едином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путем рекристаллизации… ускоренное охлаждение после деформации со скоростями 10–30&lt;sup&gt;0&lt;/sup&gt;С/сек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grain refinement (измельчения зерно) аустенит путем рекристаллизация… ускоренное охлаждение после deformation (деформация) со скорость 10–30 °C/с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Эталон: величины 7/7, термины 10/10; лемматизировано 6,8% слов (полная лемматизация — 24%)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periodic(r"\bконтролируем\w* прокатк\w*", lambda m: f"controlled rolling ({m[0]})", every=3000)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Chunking: по структуре уже чистого текста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4983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28 → 36; максимум 1053 токенов.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parse_blocks(clean_book)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Токенизация, векторизация и поиск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59436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OOV-rate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Обрывки формул ($ без пары)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2416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417320"/>
          <a:ext cx="52120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MRR, 26 вопросов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окна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структура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грязный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чистый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26974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Hit@1: 35% → 65%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Другой язык (12 вопросов): 0,52 → 0,72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Вопросы одногруппника (10): 0,54 → 0,70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43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words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cos(bge_m3(question), bge_m3(chunk)) → rank → Hit@k, MRR = mean(1 / rank первого верного), NDCG@10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перестала быть островом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вершин из обеих книг: 5, рёбер у них: 31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вершин из обеих книг: 15, рёбер у них: 146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Все критерии задания: грязный → чистый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09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06240"/>
                <a:gridCol w="1234440"/>
                <a:gridCol w="1234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Как считаем по графу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180 терминов текста среди вершин: леммы или cos bge-m3 ≥ 0,8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53,9%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60,6%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Непротиворечивость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вершина + окно BFS-2 + фрагмент текста → gpt-4.1, 120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 пределах погрешности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дубликаты по леммам и cos названий ≥ 0,92; местоимения BFS-3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17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ед./мн. число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Шум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5 регулярных правил + словарь по всем вершинам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OCR ушёл, пришли σ_x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доля обозначений формулы в лучшем окне 2 ×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2,8%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11,2%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формулы рвутся в обоих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Показатели графа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компонента; циклы E − V +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55%; 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66%; 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связнее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40 понятий: по названиям / по векторам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77,5% / 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92,5% / 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Обходы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пары понятий, связанные путём; другой язык в BFS-2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3/10; 24%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8/10; 84%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главный эффект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и рёбра по типам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рёбра; типов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324 / 336;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424 / 437;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+31%, часть — мелкие чанки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 и типы вершин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324 /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424 / 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 на 1000 токенов входа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/ изолированные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62 / 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84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174 / 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229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2,07 /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2,06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Пар типов у рёбер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и покрытие предметной области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3/10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понятий связаны путём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77,5%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из 40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24%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другого языка в BFS-2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ключевых понятий, в среднем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14 / 57 / 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 / 90 / 183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Ключевых понятий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вершин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 по векторам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Новый путь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PRECIPITATION  →  RECRYSTALLIZATION KINETICS  →  NON-RECRYSTALLIZATION REGION  →  DEFORMATION IN NON-RECRYSTALLIZATION REGION  →  RECRYSTALLIZATION  →  GRAIN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Шум, корреференции, формулы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 (5,2%)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32 (7,5%)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из них переменные формул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опечатки и неизвестные слова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числа и единицы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в группах дубликатов по леммам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Пар-дубликатов по эмбеддингам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Вершин-местоимений (BFS-3)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Формулы: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1280160"/>
            <a:ext cx="3063240" cy="48463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1417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6834"/>
                </a:solidFill>
                <a:latin typeface="Calibri"/>
              </a:rPr>
              <a:t>Шум грязного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17830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UNDERCOOLING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UNIALAXIAL YIELD STRESS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ПЛАТОФОРМА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ПРОСОЧИВАНИЕ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ТЕПЕРАТУРНЫЕ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3429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Шум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794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BIMITE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DOUGLAS^2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GHGR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892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Дубликаты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2578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Γ-GRAIN = Α-GRAIN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FERRITE = Α (FERRITE)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NB(C,N) = NB(C,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Непротиворечивость: контекст из графа → судья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37,5%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30,8%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с противоречиями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4,2%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определены полностью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46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противоречий всего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context = vertex + window(graph, vertex, depth=2, breadth=3) + relations + source_fragment(vertex)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gpt-4.1 → {"definition": "full|partial|none", "contradictions": n}     противоречие ≠ «во фрагменте не сказано»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16459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Примеры ответов судьи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грязный, NIOBIUM STEEL: вершина говорит, что Nb-сталь измельчает зерно динамической рекристаллизацией, а текст — что в Nb-стали она почти невозможна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чистый, V: вершина преувеличивает влияние ванадия на рекристаллизацию; связь V с дисперсионным упрочнением передана верно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на эталоне: CER 9,7% → 0,2%, удалено 13 из 13 нужных блоков и ни одного лишнего.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«английский канон первым» дала 23 общих термина двух книг; эталон 7/7 и 10/10.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после очистки: 3% границ режут предложение вместо 100%, формулы и таблицы целы; MRR 0,59 → 0,77.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Граф: 8 из 10 пар понятий связаны вместо 3, покрытие ПрО 92,5% вместо 77,5%, полнота 61% вместо 54%.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Хуже: дубликаты ед./мн. числа и вершины-обозначения формул — нужна склейка вершин после извлечения.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Формулы и таблица не сохраняются ни в одном графе: это ограничение GraphRAG, а не предобработки.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